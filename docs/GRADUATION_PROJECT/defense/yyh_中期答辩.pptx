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89646-9A1E-C94C-76A4-BC90217F9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99CC2A-D1D5-BE5F-A681-A376658CA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59456-2E3A-7265-C3AC-97BDE8FF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499A79-50A2-3CE7-1F88-BD943C8E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84702-061A-9282-6C60-0BAB23BE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38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A5E2D-389E-C09D-6429-A717AABB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712CFF-E2E8-56BD-9828-F8C9B96E4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D5F14-2305-AEF4-08D8-1AC873D5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FB4133-1B2E-66D8-F6F7-E8B4509C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40197-2D88-4311-D786-A0E4F675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4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52065-049F-3053-F13B-F29607150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6406D0-7ADA-AF89-EA4F-1A0C51047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65C54-25FF-A550-3D16-B842452A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E1CB1-02DC-A0F3-7421-55A411AEB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1C747-7560-62CB-682D-E328C94F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8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87A5F-6EC5-B7EB-18BC-36CACA3A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4B7165-B7C7-3643-8215-F37FE3323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106B8F-C6DA-6BE3-135D-D1065E17F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44A011-30C7-27E0-4423-8249597B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7876FF-FD85-5AAB-6E97-DD9CB8BB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7072C0-9E88-2CBB-ED9D-BB5F1960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9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087D8-BC1F-40AB-37CC-A6F7B25E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C7FF14-6EC8-210C-9F07-A3B77717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4FAD3D-5A7B-A185-020D-2D261F1A4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E3399C-BC82-A800-C157-433279665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54DAB2-615A-51AC-9956-844B41304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333D9F-D313-5855-BE40-FF066A62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E57D9B-D489-349B-D1E4-9C82B7E4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1E08D6-8252-4F62-5813-D9C84758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F9AB1-BB5F-B0E8-555F-431AA463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725061-6B79-1CF9-BB08-C3003C0C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B07E8F-1E03-563C-531E-0DD80CEC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AF3B26-B6E3-59F8-B410-C8DEF7F9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77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CFA887-7410-4CAB-88BD-8ED8BD0F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449DB4-A1EC-BF50-B57B-C073EBB3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D9C55-179B-CF91-FECF-2B20A04C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93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16932-9B42-1778-B8D9-439E64DE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0734BE-71F9-999C-0AF8-AF23034E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F1A8B4-85AF-07D5-8BAA-919EE859F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D598-A638-8396-6A2E-DCFD2C62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DAD62F-D2CB-259C-A219-2546614A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DDCCD8-7E86-F1A4-892C-66C6F1BC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80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A3DC5-BE8B-DA12-D647-04622968D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DE90D9-CDE4-CBA2-DDDF-50C45FE86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9EF419-35C5-A740-20D7-FE4A9C83A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431F7-9DB6-7FF5-B091-DE1E765D7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192536-F1B2-0DD9-7B3A-9A84FD6EA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FACF3E-4DEE-FBA6-76C1-C86BB50F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62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419B7-8D08-8AD5-AA5C-AEE941ED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8E266C-7F62-F7D2-DBF7-0CDA2A0FB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8990C-6325-3C14-7CF7-33205DDE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19092-EEB1-DB47-5302-888B9CB1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A89282-F528-AF54-91A2-D9ABBE01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36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D6816E-6986-3189-65BF-30D872C864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DD634F-096F-74D1-2FDA-935F1AA8C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9B5B4-4CAA-3A17-A645-753E949D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A9C79-01F4-470C-DD9A-49104539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BA5DF-3F22-D359-0968-192F8AC2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807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14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2CFD8-EF7E-CD51-3544-CA28F3A4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E0536-0389-AE47-4169-F4F2353AE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7FB5A-72F4-F1A0-F6F9-87F50B8AB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3DDDF-98C0-4845-9CDF-B78A57EE32CB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9B09C-2465-3DC3-A895-6C01F3AAA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0DC0F3-3F10-430A-F810-496CBF173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AFBC-7EDE-42A8-BD1C-1B02A978C6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3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1806121805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" y="2978785"/>
            <a:ext cx="9846310" cy="4135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13107" y="4426808"/>
            <a:ext cx="596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4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Presenters: </a:t>
            </a:r>
            <a:r>
              <a:rPr lang="zh-CN" altLang="en-US" sz="24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杨倚航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490710" y="6448425"/>
            <a:ext cx="2701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solidFill>
                  <a:srgbClr val="2B7585"/>
                </a:solidFill>
                <a:latin typeface="Times New Roman" panose="02020603050405020304" charset="0"/>
                <a:ea typeface="微软雅黑" panose="020B0503020204020204" charset="-122"/>
              </a:rPr>
              <a:t>2026/3/4</a:t>
            </a:r>
            <a:endParaRPr lang="zh-CN" altLang="en-US" b="1" dirty="0">
              <a:solidFill>
                <a:srgbClr val="2B7585"/>
              </a:solidFill>
              <a:latin typeface="Times New Roman" panose="02020603050405020304" charset="0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245110" y="2317567"/>
            <a:ext cx="11705590" cy="16829"/>
          </a:xfrm>
          <a:prstGeom prst="line">
            <a:avLst/>
          </a:prstGeom>
          <a:ln>
            <a:solidFill>
              <a:srgbClr val="369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855" y="0"/>
            <a:ext cx="2701290" cy="1947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3750" y="-94625"/>
            <a:ext cx="10972800" cy="204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基于六轴机械臂和麦轮底盘</a:t>
            </a:r>
            <a:endParaRPr lang="en-US" altLang="zh-CN" sz="4800" b="1" dirty="0">
              <a:solidFill>
                <a:srgbClr val="2B75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视觉伺服物流机器人</a:t>
            </a:r>
            <a:endParaRPr lang="zh-CN" altLang="en-US" sz="2400" b="1" dirty="0">
              <a:solidFill>
                <a:srgbClr val="ED6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3"/>
          <p:cNvSpPr txBox="1"/>
          <p:nvPr/>
        </p:nvSpPr>
        <p:spPr>
          <a:xfrm>
            <a:off x="266700" y="3104212"/>
            <a:ext cx="11658600" cy="1014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  <a:defRPr/>
            </a:pPr>
            <a:r>
              <a:rPr lang="zh-CN" altLang="en-US" sz="4800" b="1" dirty="0">
                <a:solidFill>
                  <a:srgbClr val="2B7585"/>
                </a:solidFill>
                <a:latin typeface="微软雅黑" panose="020B0503020204020204" charset="-122"/>
                <a:ea typeface="微软雅黑" panose="020B0503020204020204" charset="-122"/>
              </a:rPr>
              <a:t>中期答辩</a:t>
            </a:r>
            <a:endParaRPr lang="en-US" altLang="zh-CN" sz="4800" b="1" dirty="0">
              <a:solidFill>
                <a:srgbClr val="2B75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375" y="2171700"/>
            <a:ext cx="8572500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A1042</dc:creator>
  <cp:lastModifiedBy>A1042</cp:lastModifiedBy>
  <cp:revision>1</cp:revision>
  <dcterms:created xsi:type="dcterms:W3CDTF">2026-03-03T18:52:42Z</dcterms:created>
  <dcterms:modified xsi:type="dcterms:W3CDTF">2026-03-03T20:00:41Z</dcterms:modified>
</cp:coreProperties>
</file>